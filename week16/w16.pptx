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9D4E92-9390-7A2F-C2D6-C881A9C72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95FBFAE-D578-D307-C7F0-3E29743E5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31AD9E-81E3-49E3-188E-89C4052A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5B789C-70E9-D822-34FE-7FB98283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0A7C24-53EB-FD8A-624C-C40A725E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99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A51DD-5F0A-7BBE-55B2-4B54BCFB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504CCE-051E-8D47-F808-FBAE9328A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17C207-CADF-40F9-8B61-9210CFFF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D0265A-D967-9AC1-43CA-ABD2D713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5906D4-EF8A-9A94-6999-F0904D49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393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79A25A-A9A9-B997-E965-452D8D77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7B273B-F88F-60D5-9D64-CAFD8A1B1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2F7BF1-F59E-A13A-C0DE-2D84AE324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AF0C42-F3C6-C988-4A2F-C309FE22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3CE617-1048-3A6C-7033-9D77FF32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836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EC3CAE-3EC2-9622-629E-BF6FE218A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7FA4B1-57A5-88EA-60C1-26933E047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8EFEE9-1F25-362B-FD4A-937EC35D0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C1365A-38A6-8A5C-AC2B-1A8DE16F5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0F43B2-D97A-295A-06C3-19B7A1C7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E1AFA6-46A5-6B74-CFC7-D139E922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912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314D3-C3F7-6298-EB21-3CCBADD2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D85298-1ADD-8759-88C5-BB1661C6C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34C73E5-0448-6193-1E3B-6C9CAFB52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325B60C-863D-2B82-BD6F-DBBED3875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DBC1B8B-CE0A-B5AE-5958-8E16E2475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3A98663-B9AD-FF50-FEA5-6699948C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076CCAA-2CA4-F2DF-7F0A-D4E4EEDA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22A4362-9636-E2B1-9FC0-09731C6B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07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DC26CB-7A64-F4EA-90AD-9932184F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78D879C-32D2-57BA-FD7C-BCF857959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7DD2B74-11B7-FDB5-697B-1D4434FF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1978F4-14E8-9190-4C42-002BD8BA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61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D7B69F8-E1C7-52A1-8A79-30305401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F7EA3B5-60E1-5F8B-519F-3BADE1E10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15D220-86AF-4D22-A59C-1375EE4F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362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DFB886-C417-9145-1B7E-2C45536F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9F2135-5A1E-F110-046D-93CC9CC81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11EA88C-39A4-BF56-91AC-D8B46E0E7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B603A8-4BD0-DF14-97F6-EAA47E46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298000-F372-F735-1159-E00CFB55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F27669-90BC-5D81-75CC-5791235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83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FB1CF5-7473-42DC-2B02-8FD1C0EF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77BCECE-D18E-407A-D7A0-C7169F0FB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ED09E5D-3122-B143-B513-4AE6AE278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262382F-37F0-EA13-6234-A14F4C66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9D9567-4A1A-E59F-EE20-4990448CE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6F06D8-1737-3869-FEA4-9C39864D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771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E7CDC-84DB-2776-C2A6-3F06DDA54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1E45356-FBE0-E85E-E0E6-7B6BB2702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E3205C-A280-563A-0694-1C4031FA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3D2418-029F-B07C-1ACF-49A7EA25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802B6B-05AF-376D-DE62-DB3C43A2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6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82F31BE-D9F4-7D03-0905-A5966DBB6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90B0755-87B7-A037-D706-4414D1ACE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0DA9AE-6D99-6F55-F739-E3BBBCF4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AE5842-4826-58DC-93EE-8AF0D5A1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3CC83F-E2FA-F1A4-0216-520263BA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47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C3FAF91-C8B1-D455-2CBB-EAE9D916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23C3C8-0672-49E3-F244-278D08359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5F1AAC-6005-EA99-8E79-C10B1C86F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E22EB-246C-4170-BFC5-5BC6BC9A675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5D18C0-9828-D6E1-EC43-ABF9C9856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38BBD6-92DD-205E-4B19-37F4E95D4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6D86E-EC51-4E84-9042-C10C545B70A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38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A91011FB-7975-3EEA-B06C-24E2ED33D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27" y="1488973"/>
            <a:ext cx="10860545" cy="423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8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軟體, 電腦圖示, 網頁 的圖片&#10;&#10;AI 產生的內容可能不正確。">
            <a:extLst>
              <a:ext uri="{FF2B5EF4-FFF2-40B4-BE49-F238E27FC236}">
                <a16:creationId xmlns:a16="http://schemas.microsoft.com/office/drawing/2014/main" id="{DA075C25-B8BE-343E-130B-FD6D7C5CD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095" y="728925"/>
            <a:ext cx="8676070" cy="5400150"/>
          </a:xfrm>
        </p:spPr>
      </p:pic>
    </p:spTree>
    <p:extLst>
      <p:ext uri="{BB962C8B-B14F-4D97-AF65-F5344CB8AC3E}">
        <p14:creationId xmlns:p14="http://schemas.microsoft.com/office/powerpoint/2010/main" val="169546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2</cp:revision>
  <dcterms:created xsi:type="dcterms:W3CDTF">2026-06-09T07:55:17Z</dcterms:created>
  <dcterms:modified xsi:type="dcterms:W3CDTF">2026-06-09T08:01:10Z</dcterms:modified>
</cp:coreProperties>
</file>